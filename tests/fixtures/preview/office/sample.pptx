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A301A4-185F-4183-BFF0-34FF39DED8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0FC38B-0370-4432-8EE0-8C2127F448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2628B54-F501-4F1A-953A-30918C570AC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0" y="0"/>
            <a:ext cx="360" cy="6745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Lixun slide one — NEEDLE-A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0" y="0"/>
            <a:ext cx="360" cy="6745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Lixun slide two — NEEDLE-B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